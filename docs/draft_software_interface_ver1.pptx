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804E3A-B0EF-4FE5-8665-6256C4A553F0}" v="13" dt="2024-02-09T21:38:15.4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apoglu, Baris" userId="000a9962-9196-44fa-a7e2-540c01fb829f" providerId="ADAL" clId="{6F804E3A-B0EF-4FE5-8665-6256C4A553F0}"/>
    <pc:docChg chg="undo custSel addSld delSld modSld">
      <pc:chgData name="Kasapoglu, Baris" userId="000a9962-9196-44fa-a7e2-540c01fb829f" providerId="ADAL" clId="{6F804E3A-B0EF-4FE5-8665-6256C4A553F0}" dt="2024-02-09T21:40:49.983" v="961" actId="478"/>
      <pc:docMkLst>
        <pc:docMk/>
      </pc:docMkLst>
      <pc:sldChg chg="addSp modSp new mod">
        <pc:chgData name="Kasapoglu, Baris" userId="000a9962-9196-44fa-a7e2-540c01fb829f" providerId="ADAL" clId="{6F804E3A-B0EF-4FE5-8665-6256C4A553F0}" dt="2024-02-09T21:38:39.117" v="731" actId="20577"/>
        <pc:sldMkLst>
          <pc:docMk/>
          <pc:sldMk cId="3078548390" sldId="256"/>
        </pc:sldMkLst>
        <pc:spChg chg="mod">
          <ac:chgData name="Kasapoglu, Baris" userId="000a9962-9196-44fa-a7e2-540c01fb829f" providerId="ADAL" clId="{6F804E3A-B0EF-4FE5-8665-6256C4A553F0}" dt="2024-02-09T21:38:22.714" v="703" actId="313"/>
          <ac:spMkLst>
            <pc:docMk/>
            <pc:sldMk cId="3078548390" sldId="256"/>
            <ac:spMk id="2" creationId="{5C530616-D455-F1F1-22E9-F66376F148AA}"/>
          </ac:spMkLst>
        </pc:spChg>
        <pc:spChg chg="mod">
          <ac:chgData name="Kasapoglu, Baris" userId="000a9962-9196-44fa-a7e2-540c01fb829f" providerId="ADAL" clId="{6F804E3A-B0EF-4FE5-8665-6256C4A553F0}" dt="2024-02-09T21:38:39.117" v="731" actId="20577"/>
          <ac:spMkLst>
            <pc:docMk/>
            <pc:sldMk cId="3078548390" sldId="256"/>
            <ac:spMk id="3" creationId="{DD0D097D-B4B5-3EE7-F980-1E6FC94AE5AF}"/>
          </ac:spMkLst>
        </pc:spChg>
        <pc:picChg chg="add mod">
          <ac:chgData name="Kasapoglu, Baris" userId="000a9962-9196-44fa-a7e2-540c01fb829f" providerId="ADAL" clId="{6F804E3A-B0EF-4FE5-8665-6256C4A553F0}" dt="2024-02-09T21:38:09.185" v="690" actId="1076"/>
          <ac:picMkLst>
            <pc:docMk/>
            <pc:sldMk cId="3078548390" sldId="256"/>
            <ac:picMk id="5" creationId="{E4BA72F1-C332-79DA-059C-598C3D7CE044}"/>
          </ac:picMkLst>
        </pc:picChg>
      </pc:sldChg>
      <pc:sldChg chg="addSp delSp modSp add mod">
        <pc:chgData name="Kasapoglu, Baris" userId="000a9962-9196-44fa-a7e2-540c01fb829f" providerId="ADAL" clId="{6F804E3A-B0EF-4FE5-8665-6256C4A553F0}" dt="2024-02-09T21:35:19.855" v="513" actId="1076"/>
        <pc:sldMkLst>
          <pc:docMk/>
          <pc:sldMk cId="278283916" sldId="257"/>
        </pc:sldMkLst>
        <pc:spChg chg="mod">
          <ac:chgData name="Kasapoglu, Baris" userId="000a9962-9196-44fa-a7e2-540c01fb829f" providerId="ADAL" clId="{6F804E3A-B0EF-4FE5-8665-6256C4A553F0}" dt="2024-02-09T21:26:07.049" v="98" actId="20577"/>
          <ac:spMkLst>
            <pc:docMk/>
            <pc:sldMk cId="278283916" sldId="257"/>
            <ac:spMk id="2" creationId="{5C530616-D455-F1F1-22E9-F66376F148AA}"/>
          </ac:spMkLst>
        </pc:spChg>
        <pc:spChg chg="del">
          <ac:chgData name="Kasapoglu, Baris" userId="000a9962-9196-44fa-a7e2-540c01fb829f" providerId="ADAL" clId="{6F804E3A-B0EF-4FE5-8665-6256C4A553F0}" dt="2024-02-09T21:35:12.790" v="509" actId="478"/>
          <ac:spMkLst>
            <pc:docMk/>
            <pc:sldMk cId="278283916" sldId="257"/>
            <ac:spMk id="3" creationId="{DD0D097D-B4B5-3EE7-F980-1E6FC94AE5AF}"/>
          </ac:spMkLst>
        </pc:spChg>
        <pc:spChg chg="add del mod">
          <ac:chgData name="Kasapoglu, Baris" userId="000a9962-9196-44fa-a7e2-540c01fb829f" providerId="ADAL" clId="{6F804E3A-B0EF-4FE5-8665-6256C4A553F0}" dt="2024-02-09T21:35:18.384" v="512" actId="478"/>
          <ac:spMkLst>
            <pc:docMk/>
            <pc:sldMk cId="278283916" sldId="257"/>
            <ac:spMk id="7" creationId="{4CD65FDC-8A6A-D989-F6D7-4BD3E51889E8}"/>
          </ac:spMkLst>
        </pc:spChg>
        <pc:picChg chg="add del mod">
          <ac:chgData name="Kasapoglu, Baris" userId="000a9962-9196-44fa-a7e2-540c01fb829f" providerId="ADAL" clId="{6F804E3A-B0EF-4FE5-8665-6256C4A553F0}" dt="2024-02-09T21:35:19.855" v="513" actId="1076"/>
          <ac:picMkLst>
            <pc:docMk/>
            <pc:sldMk cId="278283916" sldId="257"/>
            <ac:picMk id="5" creationId="{4797DB65-8E04-55EF-6A2B-981557726052}"/>
          </ac:picMkLst>
        </pc:picChg>
      </pc:sldChg>
      <pc:sldChg chg="addSp delSp modSp add mod">
        <pc:chgData name="Kasapoglu, Baris" userId="000a9962-9196-44fa-a7e2-540c01fb829f" providerId="ADAL" clId="{6F804E3A-B0EF-4FE5-8665-6256C4A553F0}" dt="2024-02-09T21:35:03.067" v="508" actId="11529"/>
        <pc:sldMkLst>
          <pc:docMk/>
          <pc:sldMk cId="3204460906" sldId="258"/>
        </pc:sldMkLst>
        <pc:spChg chg="mod">
          <ac:chgData name="Kasapoglu, Baris" userId="000a9962-9196-44fa-a7e2-540c01fb829f" providerId="ADAL" clId="{6F804E3A-B0EF-4FE5-8665-6256C4A553F0}" dt="2024-02-09T21:34:30.897" v="500" actId="20577"/>
          <ac:spMkLst>
            <pc:docMk/>
            <pc:sldMk cId="3204460906" sldId="258"/>
            <ac:spMk id="2" creationId="{5C530616-D455-F1F1-22E9-F66376F148AA}"/>
          </ac:spMkLst>
        </pc:spChg>
        <pc:spChg chg="del">
          <ac:chgData name="Kasapoglu, Baris" userId="000a9962-9196-44fa-a7e2-540c01fb829f" providerId="ADAL" clId="{6F804E3A-B0EF-4FE5-8665-6256C4A553F0}" dt="2024-02-09T21:34:34.413" v="501" actId="478"/>
          <ac:spMkLst>
            <pc:docMk/>
            <pc:sldMk cId="3204460906" sldId="258"/>
            <ac:spMk id="3" creationId="{DD0D097D-B4B5-3EE7-F980-1E6FC94AE5AF}"/>
          </ac:spMkLst>
        </pc:spChg>
        <pc:spChg chg="add del mod">
          <ac:chgData name="Kasapoglu, Baris" userId="000a9962-9196-44fa-a7e2-540c01fb829f" providerId="ADAL" clId="{6F804E3A-B0EF-4FE5-8665-6256C4A553F0}" dt="2024-02-09T21:34:39.480" v="504" actId="478"/>
          <ac:spMkLst>
            <pc:docMk/>
            <pc:sldMk cId="3204460906" sldId="258"/>
            <ac:spMk id="7" creationId="{06BE3663-E725-CF24-9359-1491BCC8191A}"/>
          </ac:spMkLst>
        </pc:spChg>
        <pc:picChg chg="add del mod">
          <ac:chgData name="Kasapoglu, Baris" userId="000a9962-9196-44fa-a7e2-540c01fb829f" providerId="ADAL" clId="{6F804E3A-B0EF-4FE5-8665-6256C4A553F0}" dt="2024-02-09T21:34:37.517" v="503" actId="478"/>
          <ac:picMkLst>
            <pc:docMk/>
            <pc:sldMk cId="3204460906" sldId="258"/>
            <ac:picMk id="5" creationId="{25F71AAF-3F3D-521E-2383-69A2A99D5259}"/>
          </ac:picMkLst>
        </pc:picChg>
        <pc:cxnChg chg="add mod">
          <ac:chgData name="Kasapoglu, Baris" userId="000a9962-9196-44fa-a7e2-540c01fb829f" providerId="ADAL" clId="{6F804E3A-B0EF-4FE5-8665-6256C4A553F0}" dt="2024-02-09T21:34:51.905" v="506" actId="13822"/>
          <ac:cxnSpMkLst>
            <pc:docMk/>
            <pc:sldMk cId="3204460906" sldId="258"/>
            <ac:cxnSpMk id="9" creationId="{94CF3B74-7DD2-0BDA-CCB4-248FC8885A1F}"/>
          </ac:cxnSpMkLst>
        </pc:cxnChg>
        <pc:cxnChg chg="add">
          <ac:chgData name="Kasapoglu, Baris" userId="000a9962-9196-44fa-a7e2-540c01fb829f" providerId="ADAL" clId="{6F804E3A-B0EF-4FE5-8665-6256C4A553F0}" dt="2024-02-09T21:34:55.564" v="507" actId="11529"/>
          <ac:cxnSpMkLst>
            <pc:docMk/>
            <pc:sldMk cId="3204460906" sldId="258"/>
            <ac:cxnSpMk id="11" creationId="{E9687710-E476-6F83-FB6B-A6C78BF11DB7}"/>
          </ac:cxnSpMkLst>
        </pc:cxnChg>
        <pc:cxnChg chg="add">
          <ac:chgData name="Kasapoglu, Baris" userId="000a9962-9196-44fa-a7e2-540c01fb829f" providerId="ADAL" clId="{6F804E3A-B0EF-4FE5-8665-6256C4A553F0}" dt="2024-02-09T21:35:03.067" v="508" actId="11529"/>
          <ac:cxnSpMkLst>
            <pc:docMk/>
            <pc:sldMk cId="3204460906" sldId="258"/>
            <ac:cxnSpMk id="13" creationId="{A3312536-0567-77AB-316B-62511E570FEB}"/>
          </ac:cxnSpMkLst>
        </pc:cxnChg>
      </pc:sldChg>
      <pc:sldChg chg="addSp modSp add mod">
        <pc:chgData name="Kasapoglu, Baris" userId="000a9962-9196-44fa-a7e2-540c01fb829f" providerId="ADAL" clId="{6F804E3A-B0EF-4FE5-8665-6256C4A553F0}" dt="2024-02-09T21:34:12.208" v="453" actId="1076"/>
        <pc:sldMkLst>
          <pc:docMk/>
          <pc:sldMk cId="1144732942" sldId="259"/>
        </pc:sldMkLst>
        <pc:spChg chg="mod">
          <ac:chgData name="Kasapoglu, Baris" userId="000a9962-9196-44fa-a7e2-540c01fb829f" providerId="ADAL" clId="{6F804E3A-B0EF-4FE5-8665-6256C4A553F0}" dt="2024-02-09T21:28:18.435" v="138" actId="313"/>
          <ac:spMkLst>
            <pc:docMk/>
            <pc:sldMk cId="1144732942" sldId="259"/>
            <ac:spMk id="2" creationId="{5C530616-D455-F1F1-22E9-F66376F148AA}"/>
          </ac:spMkLst>
        </pc:spChg>
        <pc:spChg chg="mod">
          <ac:chgData name="Kasapoglu, Baris" userId="000a9962-9196-44fa-a7e2-540c01fb829f" providerId="ADAL" clId="{6F804E3A-B0EF-4FE5-8665-6256C4A553F0}" dt="2024-02-09T21:34:03.690" v="451" actId="20577"/>
          <ac:spMkLst>
            <pc:docMk/>
            <pc:sldMk cId="1144732942" sldId="259"/>
            <ac:spMk id="3" creationId="{DD0D097D-B4B5-3EE7-F980-1E6FC94AE5AF}"/>
          </ac:spMkLst>
        </pc:spChg>
        <pc:picChg chg="add mod modCrop">
          <ac:chgData name="Kasapoglu, Baris" userId="000a9962-9196-44fa-a7e2-540c01fb829f" providerId="ADAL" clId="{6F804E3A-B0EF-4FE5-8665-6256C4A553F0}" dt="2024-02-09T21:33:27.455" v="384" actId="1076"/>
          <ac:picMkLst>
            <pc:docMk/>
            <pc:sldMk cId="1144732942" sldId="259"/>
            <ac:picMk id="5" creationId="{66CCBEFB-9D25-4CA3-8A45-DB8DC49A450E}"/>
          </ac:picMkLst>
        </pc:picChg>
        <pc:cxnChg chg="add mod">
          <ac:chgData name="Kasapoglu, Baris" userId="000a9962-9196-44fa-a7e2-540c01fb829f" providerId="ADAL" clId="{6F804E3A-B0EF-4FE5-8665-6256C4A553F0}" dt="2024-02-09T21:34:12.208" v="453" actId="1076"/>
          <ac:cxnSpMkLst>
            <pc:docMk/>
            <pc:sldMk cId="1144732942" sldId="259"/>
            <ac:cxnSpMk id="7" creationId="{52ED2B65-59A7-1CD1-35E0-15D0DEBB7A1C}"/>
          </ac:cxnSpMkLst>
        </pc:cxnChg>
      </pc:sldChg>
      <pc:sldChg chg="addSp modSp add mod">
        <pc:chgData name="Kasapoglu, Baris" userId="000a9962-9196-44fa-a7e2-540c01fb829f" providerId="ADAL" clId="{6F804E3A-B0EF-4FE5-8665-6256C4A553F0}" dt="2024-02-09T21:33:10.003" v="381" actId="11529"/>
        <pc:sldMkLst>
          <pc:docMk/>
          <pc:sldMk cId="826712496" sldId="260"/>
        </pc:sldMkLst>
        <pc:spChg chg="mod">
          <ac:chgData name="Kasapoglu, Baris" userId="000a9962-9196-44fa-a7e2-540c01fb829f" providerId="ADAL" clId="{6F804E3A-B0EF-4FE5-8665-6256C4A553F0}" dt="2024-02-09T21:31:00.441" v="244" actId="20577"/>
          <ac:spMkLst>
            <pc:docMk/>
            <pc:sldMk cId="826712496" sldId="260"/>
            <ac:spMk id="2" creationId="{5C530616-D455-F1F1-22E9-F66376F148AA}"/>
          </ac:spMkLst>
        </pc:spChg>
        <pc:spChg chg="mod">
          <ac:chgData name="Kasapoglu, Baris" userId="000a9962-9196-44fa-a7e2-540c01fb829f" providerId="ADAL" clId="{6F804E3A-B0EF-4FE5-8665-6256C4A553F0}" dt="2024-02-09T21:32:36.781" v="376" actId="14100"/>
          <ac:spMkLst>
            <pc:docMk/>
            <pc:sldMk cId="826712496" sldId="260"/>
            <ac:spMk id="3" creationId="{DD0D097D-B4B5-3EE7-F980-1E6FC94AE5AF}"/>
          </ac:spMkLst>
        </pc:spChg>
        <pc:picChg chg="add mod modCrop">
          <ac:chgData name="Kasapoglu, Baris" userId="000a9962-9196-44fa-a7e2-540c01fb829f" providerId="ADAL" clId="{6F804E3A-B0EF-4FE5-8665-6256C4A553F0}" dt="2024-02-09T21:31:54.179" v="281" actId="1076"/>
          <ac:picMkLst>
            <pc:docMk/>
            <pc:sldMk cId="826712496" sldId="260"/>
            <ac:picMk id="5" creationId="{78B61562-CA1F-4C3B-BC48-F10E15EAF383}"/>
          </ac:picMkLst>
        </pc:picChg>
        <pc:picChg chg="add mod modCrop">
          <ac:chgData name="Kasapoglu, Baris" userId="000a9962-9196-44fa-a7e2-540c01fb829f" providerId="ADAL" clId="{6F804E3A-B0EF-4FE5-8665-6256C4A553F0}" dt="2024-02-09T21:31:52.874" v="280" actId="1076"/>
          <ac:picMkLst>
            <pc:docMk/>
            <pc:sldMk cId="826712496" sldId="260"/>
            <ac:picMk id="7" creationId="{B65D538C-0C56-0BC0-0BD9-F661EEF16095}"/>
          </ac:picMkLst>
        </pc:picChg>
        <pc:picChg chg="add mod modCrop">
          <ac:chgData name="Kasapoglu, Baris" userId="000a9962-9196-44fa-a7e2-540c01fb829f" providerId="ADAL" clId="{6F804E3A-B0EF-4FE5-8665-6256C4A553F0}" dt="2024-02-09T21:31:45.464" v="277" actId="1076"/>
          <ac:picMkLst>
            <pc:docMk/>
            <pc:sldMk cId="826712496" sldId="260"/>
            <ac:picMk id="9" creationId="{4255F861-EBB5-127D-8C08-E1E40C237D1C}"/>
          </ac:picMkLst>
        </pc:picChg>
        <pc:cxnChg chg="add">
          <ac:chgData name="Kasapoglu, Baris" userId="000a9962-9196-44fa-a7e2-540c01fb829f" providerId="ADAL" clId="{6F804E3A-B0EF-4FE5-8665-6256C4A553F0}" dt="2024-02-09T21:32:49.267" v="377" actId="11529"/>
          <ac:cxnSpMkLst>
            <pc:docMk/>
            <pc:sldMk cId="826712496" sldId="260"/>
            <ac:cxnSpMk id="11" creationId="{C50A2F80-424F-30D7-C0D7-A3B600C548E0}"/>
          </ac:cxnSpMkLst>
        </pc:cxnChg>
        <pc:cxnChg chg="add mod">
          <ac:chgData name="Kasapoglu, Baris" userId="000a9962-9196-44fa-a7e2-540c01fb829f" providerId="ADAL" clId="{6F804E3A-B0EF-4FE5-8665-6256C4A553F0}" dt="2024-02-09T21:33:03.146" v="380" actId="14100"/>
          <ac:cxnSpMkLst>
            <pc:docMk/>
            <pc:sldMk cId="826712496" sldId="260"/>
            <ac:cxnSpMk id="13" creationId="{112E3486-A803-6A09-403D-E4EF21899B34}"/>
          </ac:cxnSpMkLst>
        </pc:cxnChg>
        <pc:cxnChg chg="add">
          <ac:chgData name="Kasapoglu, Baris" userId="000a9962-9196-44fa-a7e2-540c01fb829f" providerId="ADAL" clId="{6F804E3A-B0EF-4FE5-8665-6256C4A553F0}" dt="2024-02-09T21:33:10.003" v="381" actId="11529"/>
          <ac:cxnSpMkLst>
            <pc:docMk/>
            <pc:sldMk cId="826712496" sldId="260"/>
            <ac:cxnSpMk id="16" creationId="{9682C44E-7A0C-8BA2-5285-344EEA69FE6D}"/>
          </ac:cxnSpMkLst>
        </pc:cxnChg>
      </pc:sldChg>
      <pc:sldChg chg="addSp modSp add mod">
        <pc:chgData name="Kasapoglu, Baris" userId="000a9962-9196-44fa-a7e2-540c01fb829f" providerId="ADAL" clId="{6F804E3A-B0EF-4FE5-8665-6256C4A553F0}" dt="2024-02-09T21:30:50.507" v="230" actId="20577"/>
        <pc:sldMkLst>
          <pc:docMk/>
          <pc:sldMk cId="2864603070" sldId="261"/>
        </pc:sldMkLst>
        <pc:spChg chg="mod">
          <ac:chgData name="Kasapoglu, Baris" userId="000a9962-9196-44fa-a7e2-540c01fb829f" providerId="ADAL" clId="{6F804E3A-B0EF-4FE5-8665-6256C4A553F0}" dt="2024-02-09T21:30:50.507" v="230" actId="20577"/>
          <ac:spMkLst>
            <pc:docMk/>
            <pc:sldMk cId="2864603070" sldId="261"/>
            <ac:spMk id="2" creationId="{5C530616-D455-F1F1-22E9-F66376F148AA}"/>
          </ac:spMkLst>
        </pc:spChg>
        <pc:picChg chg="add mod">
          <ac:chgData name="Kasapoglu, Baris" userId="000a9962-9196-44fa-a7e2-540c01fb829f" providerId="ADAL" clId="{6F804E3A-B0EF-4FE5-8665-6256C4A553F0}" dt="2024-02-09T21:29:32.709" v="148" actId="1076"/>
          <ac:picMkLst>
            <pc:docMk/>
            <pc:sldMk cId="2864603070" sldId="261"/>
            <ac:picMk id="5" creationId="{B3AFAF9E-091B-A84F-4BF9-747DB1DBC885}"/>
          </ac:picMkLst>
        </pc:picChg>
        <pc:picChg chg="add mod">
          <ac:chgData name="Kasapoglu, Baris" userId="000a9962-9196-44fa-a7e2-540c01fb829f" providerId="ADAL" clId="{6F804E3A-B0EF-4FE5-8665-6256C4A553F0}" dt="2024-02-09T21:29:47.458" v="153" actId="1076"/>
          <ac:picMkLst>
            <pc:docMk/>
            <pc:sldMk cId="2864603070" sldId="261"/>
            <ac:picMk id="7" creationId="{B39468D3-C454-533B-C474-9DDC8DAC209D}"/>
          </ac:picMkLst>
        </pc:picChg>
      </pc:sldChg>
      <pc:sldChg chg="addSp delSp modSp add mod">
        <pc:chgData name="Kasapoglu, Baris" userId="000a9962-9196-44fa-a7e2-540c01fb829f" providerId="ADAL" clId="{6F804E3A-B0EF-4FE5-8665-6256C4A553F0}" dt="2024-02-09T21:40:49.983" v="961" actId="478"/>
        <pc:sldMkLst>
          <pc:docMk/>
          <pc:sldMk cId="1432860221" sldId="262"/>
        </pc:sldMkLst>
        <pc:spChg chg="mod">
          <ac:chgData name="Kasapoglu, Baris" userId="000a9962-9196-44fa-a7e2-540c01fb829f" providerId="ADAL" clId="{6F804E3A-B0EF-4FE5-8665-6256C4A553F0}" dt="2024-02-09T21:30:35.660" v="199" actId="313"/>
          <ac:spMkLst>
            <pc:docMk/>
            <pc:sldMk cId="1432860221" sldId="262"/>
            <ac:spMk id="2" creationId="{5C530616-D455-F1F1-22E9-F66376F148AA}"/>
          </ac:spMkLst>
        </pc:spChg>
        <pc:spChg chg="del mod">
          <ac:chgData name="Kasapoglu, Baris" userId="000a9962-9196-44fa-a7e2-540c01fb829f" providerId="ADAL" clId="{6F804E3A-B0EF-4FE5-8665-6256C4A553F0}" dt="2024-02-09T21:40:49.983" v="961" actId="478"/>
          <ac:spMkLst>
            <pc:docMk/>
            <pc:sldMk cId="1432860221" sldId="262"/>
            <ac:spMk id="3" creationId="{DD0D097D-B4B5-3EE7-F980-1E6FC94AE5AF}"/>
          </ac:spMkLst>
        </pc:spChg>
        <pc:picChg chg="add mod">
          <ac:chgData name="Kasapoglu, Baris" userId="000a9962-9196-44fa-a7e2-540c01fb829f" providerId="ADAL" clId="{6F804E3A-B0EF-4FE5-8665-6256C4A553F0}" dt="2024-02-09T21:30:38.224" v="201" actId="1076"/>
          <ac:picMkLst>
            <pc:docMk/>
            <pc:sldMk cId="1432860221" sldId="262"/>
            <ac:picMk id="5" creationId="{300E71A1-384E-3B8D-B6ED-213AD9A22C94}"/>
          </ac:picMkLst>
        </pc:picChg>
      </pc:sldChg>
      <pc:sldChg chg="add del">
        <pc:chgData name="Kasapoglu, Baris" userId="000a9962-9196-44fa-a7e2-540c01fb829f" providerId="ADAL" clId="{6F804E3A-B0EF-4FE5-8665-6256C4A553F0}" dt="2024-02-09T21:40:44.452" v="960" actId="47"/>
        <pc:sldMkLst>
          <pc:docMk/>
          <pc:sldMk cId="3813500594" sldId="263"/>
        </pc:sldMkLst>
      </pc:sldChg>
      <pc:sldChg chg="add del">
        <pc:chgData name="Kasapoglu, Baris" userId="000a9962-9196-44fa-a7e2-540c01fb829f" providerId="ADAL" clId="{6F804E3A-B0EF-4FE5-8665-6256C4A553F0}" dt="2024-02-09T21:40:44.452" v="960" actId="47"/>
        <pc:sldMkLst>
          <pc:docMk/>
          <pc:sldMk cId="2159754497" sldId="264"/>
        </pc:sldMkLst>
      </pc:sldChg>
      <pc:sldChg chg="add del">
        <pc:chgData name="Kasapoglu, Baris" userId="000a9962-9196-44fa-a7e2-540c01fb829f" providerId="ADAL" clId="{6F804E3A-B0EF-4FE5-8665-6256C4A553F0}" dt="2024-02-09T21:40:44.452" v="960" actId="47"/>
        <pc:sldMkLst>
          <pc:docMk/>
          <pc:sldMk cId="1273077289" sldId="265"/>
        </pc:sldMkLst>
      </pc:sldChg>
      <pc:sldChg chg="add del">
        <pc:chgData name="Kasapoglu, Baris" userId="000a9962-9196-44fa-a7e2-540c01fb829f" providerId="ADAL" clId="{6F804E3A-B0EF-4FE5-8665-6256C4A553F0}" dt="2024-02-09T21:40:44.452" v="960" actId="47"/>
        <pc:sldMkLst>
          <pc:docMk/>
          <pc:sldMk cId="1230522082" sldId="266"/>
        </pc:sldMkLst>
      </pc:sldChg>
      <pc:sldChg chg="add del">
        <pc:chgData name="Kasapoglu, Baris" userId="000a9962-9196-44fa-a7e2-540c01fb829f" providerId="ADAL" clId="{6F804E3A-B0EF-4FE5-8665-6256C4A553F0}" dt="2024-02-09T21:40:44.452" v="960" actId="47"/>
        <pc:sldMkLst>
          <pc:docMk/>
          <pc:sldMk cId="3811768671" sldId="267"/>
        </pc:sldMkLst>
      </pc:sldChg>
      <pc:sldChg chg="delSp modSp add mod">
        <pc:chgData name="Kasapoglu, Baris" userId="000a9962-9196-44fa-a7e2-540c01fb829f" providerId="ADAL" clId="{6F804E3A-B0EF-4FE5-8665-6256C4A553F0}" dt="2024-02-09T21:40:36.752" v="959" actId="6549"/>
        <pc:sldMkLst>
          <pc:docMk/>
          <pc:sldMk cId="2061142217" sldId="268"/>
        </pc:sldMkLst>
        <pc:spChg chg="mod">
          <ac:chgData name="Kasapoglu, Baris" userId="000a9962-9196-44fa-a7e2-540c01fb829f" providerId="ADAL" clId="{6F804E3A-B0EF-4FE5-8665-6256C4A553F0}" dt="2024-02-09T21:38:45.952" v="745" actId="20577"/>
          <ac:spMkLst>
            <pc:docMk/>
            <pc:sldMk cId="2061142217" sldId="268"/>
            <ac:spMk id="2" creationId="{5C530616-D455-F1F1-22E9-F66376F148AA}"/>
          </ac:spMkLst>
        </pc:spChg>
        <pc:spChg chg="mod">
          <ac:chgData name="Kasapoglu, Baris" userId="000a9962-9196-44fa-a7e2-540c01fb829f" providerId="ADAL" clId="{6F804E3A-B0EF-4FE5-8665-6256C4A553F0}" dt="2024-02-09T21:40:36.752" v="959" actId="6549"/>
          <ac:spMkLst>
            <pc:docMk/>
            <pc:sldMk cId="2061142217" sldId="268"/>
            <ac:spMk id="3" creationId="{DD0D097D-B4B5-3EE7-F980-1E6FC94AE5AF}"/>
          </ac:spMkLst>
        </pc:spChg>
        <pc:picChg chg="del">
          <ac:chgData name="Kasapoglu, Baris" userId="000a9962-9196-44fa-a7e2-540c01fb829f" providerId="ADAL" clId="{6F804E3A-B0EF-4FE5-8665-6256C4A553F0}" dt="2024-02-09T21:38:16.641" v="695" actId="478"/>
          <ac:picMkLst>
            <pc:docMk/>
            <pc:sldMk cId="2061142217" sldId="268"/>
            <ac:picMk id="5" creationId="{E4BA72F1-C332-79DA-059C-598C3D7CE04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C259A-291C-6D17-2C60-CBA874F81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95247-E43B-016C-9352-AB98DA8BF8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D4EE6-450A-E572-080E-DCDEA92E1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4099-9EE4-4427-BDF1-B19C1774B6C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BB4E9-41B9-010C-F0C7-CD99885B2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BFFE3-B26A-8FFE-F944-AB165AD1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0AAF9-DD2D-46D7-A226-C6395E94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62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8A07D-F1FC-1061-6BD7-DF9941D9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AEFB0-21B8-598E-241C-9068FC9BC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232CA-BB06-1B6C-8BC1-B7DF229A5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4099-9EE4-4427-BDF1-B19C1774B6C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42614-6A4E-DECB-F2B5-02EB4EF69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2E05A-3992-91DD-7D92-598B450B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0AAF9-DD2D-46D7-A226-C6395E94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8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1C3CC-477F-0965-F236-8870CDCF8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B11BB-00F8-7BA0-5D19-1C651A4BD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C611A-3BC2-985E-9B82-4F749B531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4099-9EE4-4427-BDF1-B19C1774B6C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DD4F-F009-4C82-6290-762F1A88B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E7EBB-6154-3295-D865-34FE29BFE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0AAF9-DD2D-46D7-A226-C6395E94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88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5713C-13EC-AB2D-067F-0C08F36D7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E74EF-D14F-4B38-169E-C1EBD982B0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4D678-8B29-33F2-A9AE-4706E9A25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1F0F5-71D9-C333-6330-5F94289B3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4099-9EE4-4427-BDF1-B19C1774B6C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1D5E5-DAD8-1F3D-A2F4-0A5A1442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BA5CB-6A5F-533F-BA4F-B9C2A83C1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0AAF9-DD2D-46D7-A226-C6395E94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23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54CBE-AEF1-0800-87B4-D1AA2DA07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A3E6E-6E6E-212A-981A-840ACB3F2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18394-AEF8-E408-6FA8-B49D5C8BE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DDF34-0FC1-809C-8875-538B17FFC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783664-8D19-5346-DF7B-67E246D3B7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2F2DCE-CDE0-15CD-5077-1FB82364E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4099-9EE4-4427-BDF1-B19C1774B6C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299786-F5C3-1AEE-8A75-7DBFDA85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F4F438-97E8-86DA-C1AA-E06E24D20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0AAF9-DD2D-46D7-A226-C6395E94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61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42DDC-780E-78D1-FE02-22441AD49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8D5C4-D9A1-F401-AA6C-C3ED710EE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4099-9EE4-4427-BDF1-B19C1774B6C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AA84A7-9C00-1B5F-36C7-3897FB665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712F24-9D0E-02A4-C08E-116E816F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0AAF9-DD2D-46D7-A226-C6395E94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87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A16AEB-C1AB-7B08-9D28-DE5821905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4099-9EE4-4427-BDF1-B19C1774B6C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F64C3-B310-2BD3-6FCA-228B8B0DD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5B796-0F9D-7D0D-6DC9-EE42EFAC2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0AAF9-DD2D-46D7-A226-C6395E94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061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219D1-A3AE-974F-F399-F8898A929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28C8D-9409-656E-819E-24FD1D44F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B2F30-0E0C-58FC-3D4C-DDE00D881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B96AD-356A-E8AA-AEC4-0A2973D03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4099-9EE4-4427-BDF1-B19C1774B6C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5FF27-651D-4323-CA24-C9524F2AF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3627E-BC68-45BA-94D0-3A54863BE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0AAF9-DD2D-46D7-A226-C6395E94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409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4651B-379E-B192-D3F7-74A81B215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5C9A4D-17C0-AD5C-9129-DCF9DB1529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CF73DA-7A06-B6B7-E05D-CCA7267F4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800BE-A5AA-AFD9-20C5-329BC68E2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4099-9EE4-4427-BDF1-B19C1774B6C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FDE56-C2B7-1317-9356-49A53825A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E3F7F-84F2-220F-C9BC-86AB73CC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0AAF9-DD2D-46D7-A226-C6395E94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1F079-3D84-7EE8-FCB2-D095CD513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A96C3-231F-3703-BC93-C6FA8F498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11432-FFCC-9E59-FEA5-FD88F0F9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4099-9EE4-4427-BDF1-B19C1774B6C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42806-89C9-A158-A250-2D349A20C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C79FD-1C54-7523-B3CA-332D726F9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0AAF9-DD2D-46D7-A226-C6395E94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0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209A9C-C285-C164-4B7C-45BCD4955D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1D2120-8099-74D7-C2C3-35812FAA15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E8B36-17F1-C007-76A3-8AC193F7E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4099-9EE4-4427-BDF1-B19C1774B6C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523C8-5065-945E-F50B-F758A29A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62684-B84F-15D7-CA2B-950A6CFCD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0AAF9-DD2D-46D7-A226-C6395E94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7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777967-B1B6-E84A-4C72-7AB250B06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91712-2E76-6CE0-DB3F-AE8244FA6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460FF-CF53-5DE9-DA11-C7EE73DBBD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14099-9EE4-4427-BDF1-B19C1774B6C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4CB48-F0FC-838E-1756-8D0768EE1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65DF6-FEDF-7FB0-0DB4-5D22F3265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0AAF9-DD2D-46D7-A226-C6395E94F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70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0616-D455-F1F1-22E9-F66376F14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5660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“New model”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D097D-B4B5-3EE7-F980-1E6FC94AE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055078"/>
            <a:ext cx="4178300" cy="1904022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start with two options:</a:t>
            </a:r>
          </a:p>
          <a:p>
            <a:pPr marL="457200" indent="-457200" algn="l">
              <a:buAutoNum type="arabi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design</a:t>
            </a:r>
          </a:p>
          <a:p>
            <a:pPr marL="457200" indent="-457200" algn="l">
              <a:buAutoNum type="arabicParenR"/>
            </a:pPr>
            <a:r>
              <a:rPr lang="en-US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 design</a:t>
            </a:r>
          </a:p>
          <a:p>
            <a:pPr marL="457200" indent="-457200" algn="l">
              <a:buAutoNum type="arabicParenR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BA72F1-C332-79DA-059C-598C3D7CE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0" y="1202468"/>
            <a:ext cx="5726448" cy="542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4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0616-D455-F1F1-22E9-F66376F14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5660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D097D-B4B5-3EE7-F980-1E6FC94AE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055078"/>
            <a:ext cx="10172700" cy="4228122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some steps to be optional by either right click or selection from top bar.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 Grid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frame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material property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section property  </a:t>
            </a:r>
          </a:p>
        </p:txBody>
      </p:sp>
    </p:spTree>
    <p:extLst>
      <p:ext uri="{BB962C8B-B14F-4D97-AF65-F5344CB8AC3E}">
        <p14:creationId xmlns:p14="http://schemas.microsoft.com/office/powerpoint/2010/main" val="2061142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0616-D455-F1F1-22E9-F66376F14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5660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click to select “edit grid”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97DB65-8E04-55EF-6A2B-981557726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02" y="1226433"/>
            <a:ext cx="10785231" cy="543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83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0616-D455-F1F1-22E9-F66376F14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5660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grids in three dimensions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F71AAF-3F3D-521E-2383-69A2A99D5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00" y="956603"/>
            <a:ext cx="7993062" cy="546691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CF3B74-7DD2-0BDA-CCB4-248FC8885A1F}"/>
              </a:ext>
            </a:extLst>
          </p:cNvPr>
          <p:cNvCxnSpPr/>
          <p:nvPr/>
        </p:nvCxnSpPr>
        <p:spPr>
          <a:xfrm>
            <a:off x="1689100" y="1905000"/>
            <a:ext cx="1714500" cy="233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687710-E476-6F83-FB6B-A6C78BF11DB7}"/>
              </a:ext>
            </a:extLst>
          </p:cNvPr>
          <p:cNvCxnSpPr/>
          <p:nvPr/>
        </p:nvCxnSpPr>
        <p:spPr>
          <a:xfrm flipV="1">
            <a:off x="4381500" y="3429000"/>
            <a:ext cx="7493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3312536-0567-77AB-316B-62511E570FEB}"/>
              </a:ext>
            </a:extLst>
          </p:cNvPr>
          <p:cNvCxnSpPr/>
          <p:nvPr/>
        </p:nvCxnSpPr>
        <p:spPr>
          <a:xfrm flipH="1">
            <a:off x="9385300" y="1727200"/>
            <a:ext cx="1181100" cy="622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460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0616-D455-F1F1-22E9-F66376F14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5660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“Draw Frame/Cable”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D097D-B4B5-3EE7-F980-1E6FC94AE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055078"/>
            <a:ext cx="5435600" cy="3923322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“Draw frame/cable” to start drawing/modeling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CCBEFB-9D25-4CA3-8A45-DB8DC49A45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8417"/>
          <a:stretch/>
        </p:blipFill>
        <p:spPr>
          <a:xfrm>
            <a:off x="7112000" y="2007485"/>
            <a:ext cx="2324100" cy="456635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2ED2B65-59A7-1CD1-35E0-15D0DEBB7A1C}"/>
              </a:ext>
            </a:extLst>
          </p:cNvPr>
          <p:cNvCxnSpPr/>
          <p:nvPr/>
        </p:nvCxnSpPr>
        <p:spPr>
          <a:xfrm>
            <a:off x="3441700" y="1625600"/>
            <a:ext cx="3505200" cy="965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732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0616-D455-F1F1-22E9-F66376F14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5660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you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D097D-B4B5-3EE7-F980-1E6FC94AE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055078"/>
            <a:ext cx="4216400" cy="3028950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selecting frame (see prev. page), you can draw your model from intersection of grids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B61562-CA1F-4C3B-BC48-F10E15EAF3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15" r="19801"/>
          <a:stretch/>
        </p:blipFill>
        <p:spPr>
          <a:xfrm>
            <a:off x="4584700" y="2442064"/>
            <a:ext cx="3619500" cy="3028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5D538C-0C56-0BC0-0BD9-F661EEF160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100" t="10385" r="26986" b="14615"/>
          <a:stretch/>
        </p:blipFill>
        <p:spPr>
          <a:xfrm>
            <a:off x="8572500" y="1390648"/>
            <a:ext cx="3619500" cy="21717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55F861-EBB5-127D-8C08-E1E40C237D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091"/>
          <a:stretch/>
        </p:blipFill>
        <p:spPr>
          <a:xfrm>
            <a:off x="8572500" y="4347538"/>
            <a:ext cx="3619500" cy="230505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0A2F80-424F-30D7-C0D7-A3B600C548E0}"/>
              </a:ext>
            </a:extLst>
          </p:cNvPr>
          <p:cNvCxnSpPr/>
          <p:nvPr/>
        </p:nvCxnSpPr>
        <p:spPr>
          <a:xfrm>
            <a:off x="3543300" y="1981200"/>
            <a:ext cx="1041400" cy="990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2E3486-A803-6A09-403D-E4EF21899B34}"/>
              </a:ext>
            </a:extLst>
          </p:cNvPr>
          <p:cNvCxnSpPr>
            <a:cxnSpLocks/>
          </p:cNvCxnSpPr>
          <p:nvPr/>
        </p:nvCxnSpPr>
        <p:spPr>
          <a:xfrm flipV="1">
            <a:off x="7607300" y="2222500"/>
            <a:ext cx="812800" cy="582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82C44E-7A0C-8BA2-5285-344EEA69FE6D}"/>
              </a:ext>
            </a:extLst>
          </p:cNvPr>
          <p:cNvCxnSpPr/>
          <p:nvPr/>
        </p:nvCxnSpPr>
        <p:spPr>
          <a:xfrm>
            <a:off x="10248900" y="3657600"/>
            <a:ext cx="0" cy="689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712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0616-D455-F1F1-22E9-F66376F14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5660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Material Property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D097D-B4B5-3EE7-F980-1E6FC94AE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055078"/>
            <a:ext cx="12192000" cy="5802922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FAF9E-091B-A84F-4BF9-747DB1DBC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7" y="1890712"/>
            <a:ext cx="4848225" cy="3571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9468D3-C454-533B-C474-9DDC8DAC2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9" y="1314449"/>
            <a:ext cx="6345642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603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30616-D455-F1F1-22E9-F66376F14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5660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“Frame Section”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E71A1-384E-3B8D-B6ED-213AD9A22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06" y="1390846"/>
            <a:ext cx="9861755" cy="513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60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109</Words>
  <Application>Microsoft Office PowerPoint</Application>
  <PresentationFormat>Widescreen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Click “New model”</vt:lpstr>
      <vt:lpstr>Frame Design</vt:lpstr>
      <vt:lpstr>Right click to select “edit grid”</vt:lpstr>
      <vt:lpstr>Input grids in three dimensions</vt:lpstr>
      <vt:lpstr>Select “Draw Frame/Cable”</vt:lpstr>
      <vt:lpstr>Draw you model</vt:lpstr>
      <vt:lpstr>Define Material Property</vt:lpstr>
      <vt:lpstr>Define “Frame Section”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“New model”</dc:title>
  <dc:creator>Kasapoglu, Baris</dc:creator>
  <cp:lastModifiedBy>Kasapoglu, Baris</cp:lastModifiedBy>
  <cp:revision>1</cp:revision>
  <dcterms:created xsi:type="dcterms:W3CDTF">2024-02-09T21:19:25Z</dcterms:created>
  <dcterms:modified xsi:type="dcterms:W3CDTF">2024-02-09T21:40:55Z</dcterms:modified>
</cp:coreProperties>
</file>